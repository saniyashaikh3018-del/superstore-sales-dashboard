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68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8EB44-EA78-4A03-B2FE-55DBEB8ADF6A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50E17-F054-47FB-95C6-19EAE9BD0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747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8EB44-EA78-4A03-B2FE-55DBEB8ADF6A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50E17-F054-47FB-95C6-19EAE9BD0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95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8EB44-EA78-4A03-B2FE-55DBEB8ADF6A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50E17-F054-47FB-95C6-19EAE9BD0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249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8EB44-EA78-4A03-B2FE-55DBEB8ADF6A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50E17-F054-47FB-95C6-19EAE9BD0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649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8EB44-EA78-4A03-B2FE-55DBEB8ADF6A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50E17-F054-47FB-95C6-19EAE9BD0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84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8EB44-EA78-4A03-B2FE-55DBEB8ADF6A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50E17-F054-47FB-95C6-19EAE9BD0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229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8EB44-EA78-4A03-B2FE-55DBEB8ADF6A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50E17-F054-47FB-95C6-19EAE9BD0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100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8EB44-EA78-4A03-B2FE-55DBEB8ADF6A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50E17-F054-47FB-95C6-19EAE9BD0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174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8EB44-EA78-4A03-B2FE-55DBEB8ADF6A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50E17-F054-47FB-95C6-19EAE9BD0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576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8EB44-EA78-4A03-B2FE-55DBEB8ADF6A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50E17-F054-47FB-95C6-19EAE9BD0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580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8EB44-EA78-4A03-B2FE-55DBEB8ADF6A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50E17-F054-47FB-95C6-19EAE9BD0328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26120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8EB44-EA78-4A03-B2FE-55DBEB8ADF6A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50E17-F054-47FB-95C6-19EAE9BD0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2585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8EB44-EA78-4A03-B2FE-55DBEB8ADF6A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50E17-F054-47FB-95C6-19EAE9BD0328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634476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8EB44-EA78-4A03-B2FE-55DBEB8ADF6A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50E17-F054-47FB-95C6-19EAE9BD0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6594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8EB44-EA78-4A03-B2FE-55DBEB8ADF6A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50E17-F054-47FB-95C6-19EAE9BD0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8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8EB44-EA78-4A03-B2FE-55DBEB8ADF6A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50E17-F054-47FB-95C6-19EAE9BD0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194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8EB44-EA78-4A03-B2FE-55DBEB8ADF6A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E050E17-F054-47FB-95C6-19EAE9BD0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590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C7C45-E9E8-4B4E-95F5-9F158C9168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789271"/>
            <a:ext cx="7766936" cy="4889634"/>
          </a:xfrm>
        </p:spPr>
        <p:txBody>
          <a:bodyPr anchor="ctr"/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  Superstore Sales Dashboard</a:t>
            </a:r>
            <a:b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Subtitle :-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Sales &amp; Profit Analysis (Power BI)</a:t>
            </a:r>
            <a:b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 Sample Superstore</a:t>
            </a:r>
            <a:b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 By </a:t>
            </a: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 Saniya Shaikh</a:t>
            </a:r>
            <a:b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288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48852-0601-44ED-9C90-4F923F6B8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4005"/>
            <a:ext cx="8596668" cy="4851134"/>
          </a:xfrm>
        </p:spPr>
        <p:txBody>
          <a:bodyPr anchor="t">
            <a:normAutofit fontScale="25000" lnSpcReduction="20000"/>
          </a:bodyPr>
          <a:lstStyle/>
          <a:p>
            <a:pPr algn="ctr">
              <a:lnSpc>
                <a:spcPct val="170000"/>
              </a:lnSpc>
            </a:pPr>
            <a:r>
              <a:rPr lang="en-US" sz="6400" b="1" dirty="0"/>
              <a:t>Dashboard Overview</a:t>
            </a:r>
          </a:p>
          <a:p>
            <a:pPr>
              <a:lnSpc>
                <a:spcPct val="170000"/>
              </a:lnSpc>
            </a:pP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Content:</a:t>
            </a:r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interactive dashboard provides a complete analysis of Superstore’s sales and profit performance.</a:t>
            </a:r>
          </a:p>
          <a:p>
            <a:pPr>
              <a:lnSpc>
                <a:spcPct val="170000"/>
              </a:lnSpc>
            </a:pP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Elements:</a:t>
            </a:r>
            <a:b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KPI Cards:</a:t>
            </a:r>
            <a:b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Total Sales (2.30M)</a:t>
            </a:r>
            <a:b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Total Profit (286.40K)</a:t>
            </a:r>
            <a:b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Total Quantity (38K)</a:t>
            </a:r>
            <a:b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Total Discount</a:t>
            </a:r>
          </a:p>
          <a:p>
            <a:pPr>
              <a:lnSpc>
                <a:spcPct val="170000"/>
              </a:lnSpc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Visuals Used:</a:t>
            </a:r>
            <a:b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Sales by Sub-Category &amp; Year (Bar Chart)</a:t>
            </a:r>
            <a:b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Sales by Category (Donut Chart)</a:t>
            </a:r>
            <a:b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Sales by State &amp; Segment (Area Chart)</a:t>
            </a:r>
            <a:b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Customer-wise Sales Table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9192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19A34-9AC6-4F41-8AA3-60163207B0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9529" y="231006"/>
            <a:ext cx="8826366" cy="5765533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&amp; Findings</a:t>
            </a:r>
            <a:b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Points:</a:t>
            </a:r>
            <a:b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category contributes the highest sales (36.4%).</a:t>
            </a:r>
            <a:b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Furniture and Office Supplies follow with similar share.</a:t>
            </a:r>
            <a:b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California, New York, Texas generate the highest state-level sales.</a:t>
            </a:r>
            <a:b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Consumer segment drives maximum sales.</a:t>
            </a:r>
            <a:b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Some sub-categories like Tables have low / negative profit.</a:t>
            </a:r>
            <a:b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Year-wise sales show steady growth in 2016–2017.</a:t>
            </a:r>
            <a:b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b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dashboard helps identify top-performing categories, states and customer segments, supporting better decision-making.</a:t>
            </a:r>
            <a:b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09950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</TotalTime>
  <Words>214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Times New Roman</vt:lpstr>
      <vt:lpstr>Trebuchet MS</vt:lpstr>
      <vt:lpstr>Wingdings 3</vt:lpstr>
      <vt:lpstr>Facet</vt:lpstr>
      <vt:lpstr>Title :-  Superstore Sales Dashboard Subtitle :- Interactive Sales &amp; Profit Analysis (Power BI) Dataset :- Sample Superstore Created By :- Saniya Shaikh </vt:lpstr>
      <vt:lpstr>PowerPoint Presentation</vt:lpstr>
      <vt:lpstr>Key Insights &amp; Findings Points: • Technology category contributes the highest sales (36.4%). • Furniture and Office Supplies follow with similar share. • California, New York, Texas generate the highest state-level sales. • Consumer segment drives maximum sales. • Some sub-categories like Tables have low / negative profit. • Year-wise sales show steady growth in 2016–2017. Conclusion: This dashboard helps identify top-performing categories, states and customer segments, supporting better decision-making.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:-  Superstore Sales Dashboard Subtitle :- Interactive Sales &amp; Profit Analysis (Power BI) Dataset :- Sample Superstore Created By :- Saniya Shaikh </dc:title>
  <dc:creator>saniya shaikh</dc:creator>
  <cp:lastModifiedBy>saniya shaikh</cp:lastModifiedBy>
  <cp:revision>1</cp:revision>
  <dcterms:created xsi:type="dcterms:W3CDTF">2025-11-19T12:20:18Z</dcterms:created>
  <dcterms:modified xsi:type="dcterms:W3CDTF">2025-11-19T12:35:03Z</dcterms:modified>
</cp:coreProperties>
</file>